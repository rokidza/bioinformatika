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817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HiRGC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and High-ratio Referential Genome Compression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r-HR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Bačić, Roko Peran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Motivacija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Genomske datoteke su ogromne (stotine MB)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Pohrana i prijenos su skupi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 iste vrste &gt;99% identični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Referencijalna kompresija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Čuvaju se samo razlike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Omjer kompresije: 0.1% – 1%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2651760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 kompresije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Predobrada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Čišćenje FASTA datoteka, zadržavanje baza {A,C,G,T}, 2-bitno kodiranje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Pohlepno podudaranje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770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tablica k-mera (K=16 ili 32), longest prefix match, zapis pozicije i duljine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Naknadna obrada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59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Generiraju se zapisi podudaranja i literali, finalna kompresija 7-Zip (.7z)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93FE8-6EC8-119F-D23B-7092C91E7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9" y="285486"/>
            <a:ext cx="7351583" cy="416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75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Dekompresija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— potpuna rekonstrukcija izvornog genoma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Raspakiranje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7922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7-Zip ekstrahira .txt.7z → .txt datoteku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Učitavanje metapodataka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6609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Sigurnosna riječ HIRG, zaglavlje, referentni genom, N-blokovi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918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Rekonstrukcija sekvence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5295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Oznaka M (match) → kopira iz referentnog genoma; oznaka L (literal) → doslovan znak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605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3982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Vraćanje N-blokova, malih slova, FASTA formatiranja (50 znakova/red)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950A3-123C-F5A4-AC6D-2FB6D605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302"/>
            <a:ext cx="9144000" cy="36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4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1244C91-3CE2-A54A-399D-EF7F7BC3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03304"/>
              </p:ext>
            </p:extLst>
          </p:nvPr>
        </p:nvGraphicFramePr>
        <p:xfrm>
          <a:off x="386080" y="1635760"/>
          <a:ext cx="8229600" cy="268833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Podatci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Izvorna veličina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Sažeta veličina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Postotak kompresije [%]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248,956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1,325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242,193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198,295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190,214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181,538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coli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5,594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13.0669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 HiRGC algoritma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Brzina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8288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Napredna hash tablica,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znatno brži od srodnih alata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Omjer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8288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– 1% izvorne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veličine datoteke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Robusnost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18288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ne ovise drastično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izboru referentnog genoma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261</Words>
  <Application>Microsoft Office PowerPoint</Application>
  <PresentationFormat>On-screen Show (16:9)</PresentationFormat>
  <Paragraphs>81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HiRGC Kompresija</dc:title>
  <dc:subject>PptxGenJS Presentation</dc:subject>
  <dc:creator>PptxGenJS</dc:creator>
  <cp:lastModifiedBy>Roko Peran</cp:lastModifiedBy>
  <cp:revision>2</cp:revision>
  <dcterms:created xsi:type="dcterms:W3CDTF">2026-05-25T14:23:25Z</dcterms:created>
  <dcterms:modified xsi:type="dcterms:W3CDTF">2026-05-25T14:45:33Z</dcterms:modified>
</cp:coreProperties>
</file>